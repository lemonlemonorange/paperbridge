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報表套件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比較分析報告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0"/>
            <a:ext cx="365760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技術棧：ReactJS  +  .NET 8  +  SQL Server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1272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目標：FormFlow 企業無紙化表單系統  |  PDF 匯出品質評估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93192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E74C3C">
              <a:alpha val="8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9319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 Report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06040" y="393192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27AE60">
              <a:alpha val="80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39319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ActiveReports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393192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F39C12">
              <a:alpha val="80000"/>
            </a:srgbClr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39319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RDLC / SSRS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03720" y="393192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4A90D9">
              <a:alpha val="8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39319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FastReport 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授權費用  &amp;  長期維護風險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2011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6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  <a:gridCol w="182880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套件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授權模式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起始費用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費用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Crystal Report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買斷 / 需年維護費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$495 / 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需額外 Runtime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ActiveReports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年訂閱 或 買斷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$885+ / 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Royalty 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RDLC / SSRS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RDLC 免費 / SSRS 含 SQL Server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免費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無額外費用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FastReport 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 開源免費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完全免費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Royalty 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35204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3593592"/>
            <a:ext cx="1783080" cy="274320"/>
          </a:xfrm>
          <a:prstGeom prst="roundRect">
            <a:avLst>
              <a:gd name="adj" fmla="val 20000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5935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高風險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11480" y="391363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 Report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11480" y="4187952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2027年12月主流維護終止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尚未公布延伸支援計畫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87168" y="35204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78608" y="3593592"/>
            <a:ext cx="1783080" cy="274320"/>
          </a:xfrm>
          <a:prstGeom prst="roundRect">
            <a:avLst>
              <a:gd name="adj" fmla="val 200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78608" y="35935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低風險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532888" y="391363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ActiveReports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532888" y="4187952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MESCIUS 持續更新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長期官廠支援保障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608576" y="35204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00016" y="3593592"/>
            <a:ext cx="1783080" cy="274320"/>
          </a:xfrm>
          <a:prstGeom prst="roundRect">
            <a:avLst>
              <a:gd name="adj" fmla="val 20000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00016" y="35935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中風險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654296" y="391363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RDLC / SSRS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654296" y="4187952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微軟未宣布停止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 .NET 8 支援已被刻意排除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729984" y="35204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821424" y="3593592"/>
            <a:ext cx="1783080" cy="274320"/>
          </a:xfrm>
          <a:prstGeom prst="roundRect">
            <a:avLst>
              <a:gd name="adj" fmla="val 20000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21424" y="35935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低風險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775704" y="391363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FastReport OS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775704" y="4187952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開源社群活躍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商業版持續更新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 支援狀況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2011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011680" cy="3886200"/>
          </a:xfrm>
          <a:prstGeom prst="roundRect">
            <a:avLst>
              <a:gd name="adj" fmla="val 5455"/>
            </a:avLst>
          </a:prstGeom>
          <a:solidFill>
            <a:srgbClr val="FFFBF0"/>
          </a:solidFill>
          <a:ln w="1905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9768" y="1042416"/>
            <a:ext cx="1792224" cy="329184"/>
          </a:xfrm>
          <a:prstGeom prst="roundRect">
            <a:avLst>
              <a:gd name="adj" fmla="val 22222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42416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有限支援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 Report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1901952"/>
            <a:ext cx="1463040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" y="2103120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" y="2029968"/>
            <a:ext cx="1591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無官方 .NET 8 支援聲明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" y="2724912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" y="2651760"/>
            <a:ext cx="1591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 Runtime 已於 2025/12 停止維護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" y="3346704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3273552"/>
            <a:ext cx="1591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需移轉至 64-bit 版本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" y="3968496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" y="3895344"/>
            <a:ext cx="1591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建議新專案勿採用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68880" y="960120"/>
            <a:ext cx="2011680" cy="3886200"/>
          </a:xfrm>
          <a:prstGeom prst="roundRect">
            <a:avLst>
              <a:gd name="adj" fmla="val 5455"/>
            </a:avLst>
          </a:prstGeom>
          <a:solidFill>
            <a:srgbClr val="F0FBF4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78608" y="1042416"/>
            <a:ext cx="1792224" cy="329184"/>
          </a:xfrm>
          <a:prstGeom prst="roundRect">
            <a:avLst>
              <a:gd name="adj" fmla="val 22222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78608" y="1042416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完整支援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60320" y="1463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ActiveReports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0" y="1901952"/>
            <a:ext cx="146304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33472" y="2103120"/>
            <a:ext cx="91440" cy="914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79776" y="2029968"/>
            <a:ext cx="1591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v20.1 完整支援 .NET 8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633472" y="2724912"/>
            <a:ext cx="91440" cy="914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79776" y="2651760"/>
            <a:ext cx="1591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NuGet 直接安裝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633472" y="3346704"/>
            <a:ext cx="91440" cy="914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79776" y="3273552"/>
            <a:ext cx="1591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整合正常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33472" y="3968496"/>
            <a:ext cx="91440" cy="914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79776" y="3895344"/>
            <a:ext cx="1591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License 支援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17720" y="960120"/>
            <a:ext cx="2011680" cy="3886200"/>
          </a:xfrm>
          <a:prstGeom prst="roundRect">
            <a:avLst>
              <a:gd name="adj" fmla="val 5455"/>
            </a:avLst>
          </a:prstGeom>
          <a:solidFill>
            <a:srgbClr val="FEF0F0"/>
          </a:solidFill>
          <a:ln w="1905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27448" y="1042416"/>
            <a:ext cx="1792224" cy="329184"/>
          </a:xfrm>
          <a:prstGeom prst="roundRect">
            <a:avLst>
              <a:gd name="adj" fmla="val 22222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27448" y="1042416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官方不支援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09160" y="1463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RDLC / SSRS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892040" y="1901952"/>
            <a:ext cx="1463040" cy="3657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82312" y="2103120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28616" y="2029968"/>
            <a:ext cx="1591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微軟刻意不移植至 .NET 8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82312" y="2724912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28616" y="2651760"/>
            <a:ext cx="1591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需使用社群非官方套件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82312" y="3346704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28616" y="3273552"/>
            <a:ext cx="1591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有相依性與安全風險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82312" y="3968496"/>
            <a:ext cx="91440" cy="914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28616" y="3895344"/>
            <a:ext cx="1591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不建議用於新專案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766560" y="960120"/>
            <a:ext cx="2011680" cy="388620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905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876288" y="1042416"/>
            <a:ext cx="1792224" cy="329184"/>
          </a:xfrm>
          <a:prstGeom prst="roundRect">
            <a:avLst>
              <a:gd name="adj" fmla="val 22222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76288" y="1042416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858000" y="1463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FastReport OS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7040880" y="1901952"/>
            <a:ext cx="146304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931152" y="2103120"/>
            <a:ext cx="91440" cy="9144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77456" y="2029968"/>
            <a:ext cx="1591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 .NET 6 / 8 / 10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931152" y="2724912"/>
            <a:ext cx="91440" cy="9144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77456" y="2651760"/>
            <a:ext cx="1591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NuGet 一鍵安裝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931152" y="3346704"/>
            <a:ext cx="91440" cy="9144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77456" y="3273552"/>
            <a:ext cx="1591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開源版 PDF 輸出有限制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931152" y="3968496"/>
            <a:ext cx="91440" cy="9144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77456" y="3895344"/>
            <a:ext cx="1591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商業版無此限制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匯出品質比較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2011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6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14400"/>
          <a:ext cx="85039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371600"/>
                <a:gridCol w="1371600"/>
                <a:gridCol w="1371600"/>
                <a:gridCol w="1371600"/>
                <a:gridCol w="1371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功能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Crystal Report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ActiveReports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RDLC / SSRS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FastReport 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FastReport 商業版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8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文字可選取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不支援(圖片)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字型嵌入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不支援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加密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不支援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不支援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數位簽章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不支援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不支援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PDF/A 存檔格式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不支援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不支援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檔案大小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正常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正常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正常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偏大(圖片)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正常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中文字型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手動設定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官方支援繁中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系統字型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顯示正確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字型嵌入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功能完整度  &amp;  部署難度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2011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6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14400"/>
          <a:ext cx="8503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581912"/>
                <a:gridCol w="1581912"/>
                <a:gridCol w="1581912"/>
                <a:gridCol w="1563624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功能 / 特性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Crystal Report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ActiveReports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RDLC / SSRS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FastReport 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8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視覺化設計器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插件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+ Web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內建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動態列 / 分頁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子報表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跨欄合併儲存格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條碼 / QR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有限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圖表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排程報表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 Server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 SSRS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商業版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報表設計器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不支援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不支援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商業版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部署難度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繁瑣(Runtime)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簡單(NuGet)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需社群套件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最簡單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總評分  &amp;  選型結論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772400" y="2011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6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645920"/>
                <a:gridCol w="164592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評估面向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Crystal Report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ActiveReports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RDLC / SSRS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FastReport 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8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授權費用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.NET 8 支援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長期維護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品質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功能完整度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部署難度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綜合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60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041648"/>
            <a:ext cx="4023360" cy="914400"/>
          </a:xfrm>
          <a:prstGeom prst="roundRect">
            <a:avLst>
              <a:gd name="adj" fmla="val 10000"/>
            </a:avLst>
          </a:prstGeom>
          <a:solidFill>
            <a:srgbClr val="27AE60">
              <a:alpha val="85000"/>
            </a:srgbClr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41148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有預算  →  ActiveReports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44439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8E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 完整 / PDF 品質最佳 / 官廠長期維護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54880" y="4041648"/>
            <a:ext cx="4023360" cy="914400"/>
          </a:xfrm>
          <a:prstGeom prst="roundRect">
            <a:avLst>
              <a:gd name="adj" fmla="val 10000"/>
            </a:avLst>
          </a:prstGeom>
          <a:solidFill>
            <a:srgbClr val="4A90D9">
              <a:alpha val="85000"/>
            </a:srgbClr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92040" y="41148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無預算  →  FastReport OS + PuppeteerSharp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892040" y="44439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完全免費 / FastReport 設計 + Puppeteer 輸出高品質 PDF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報表套件比較分析</dc:title>
  <dc:subject>PptxGenJS Presentation</dc:subject>
  <dc:creator>PptxGenJS</dc:creator>
  <cp:lastModifiedBy>PptxGenJS</cp:lastModifiedBy>
  <cp:revision>1</cp:revision>
  <dcterms:created xsi:type="dcterms:W3CDTF">2026-06-28T12:32:33Z</dcterms:created>
  <dcterms:modified xsi:type="dcterms:W3CDTF">2026-06-28T12:32:33Z</dcterms:modified>
</cp:coreProperties>
</file>