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FormFlow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報表工具選型分析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2004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技術棧：ReactJS + .NET 8 Web API + SQL Server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目標：企業無紙化表單系統（FormFlow）匯出還原紙本格式 PDF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673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評估套件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7033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7673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推薦方案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7673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最終選型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七個套件快速評估總覽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針對 .NET 8 Web API 技術棧 + 企業表單 PDF 匯出需求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37160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授權費用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8 支援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文字可選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FineReport（帆軟）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商業授權／詢價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Java 架構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排除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Crystal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$495/人（買斷）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有限支援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不建議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ActiveReports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$885起/人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完整支援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備選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RDLC / SSRS（微軟）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RDLC 免費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官方不支援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排除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 FastReport（Open Source）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完全免費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完整支援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圖片化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有限制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 QuickReport（Delphi）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商業授權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Delphi 生態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排除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 Rave Reports（Delphi）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商業授權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Delphi 生態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排除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最終推薦：PuppeteerSharp + Razor Template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C — HTML Template → PDF  |  .NET 8 完整支援  |  免費無授權問題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77640" cy="3611880"/>
          </a:xfrm>
          <a:prstGeom prst="roundRect">
            <a:avLst>
              <a:gd name="adj" fmla="val 3038"/>
            </a:avLst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7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優點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完全免費，MIT 授權，無商業風險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9397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PDF 文字可選取、可複製、可搜尋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HTML/CSS 還原紙本格式最直覺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986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Razor 支援 C# 條件語法（@if / @foreach）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009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中文字型支援極佳（系統字型）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檔案大小正常，適合長期存檔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1056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.NET 8 Web API 完整整合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4251960" cy="1600200"/>
          </a:xfrm>
          <a:prstGeom prst="roundRect">
            <a:avLst>
              <a:gd name="adj" fmla="val 6857"/>
            </a:avLst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A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注意事項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需部署 Chromium（約 300MB）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093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首次啟動渲染略慢（可用暖機快取解決）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926080"/>
            <a:ext cx="4251960" cy="182880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技術架構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資料  →  EF Core 查詢  ↓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RazorLight 渲染 HTML 模板  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PuppeteerSharp  →  PDF binary  ↓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4361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回傳  →  React 前端下載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備選方案比較：商業報表套件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 PuppeteerSharp 的 Chromium 部署有限制時，可考慮下列商業套件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06908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FastReport .NET（商業版）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有開源版可先驗證，確認後升級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版可免費驗證功能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176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/ .NET 10 完整支援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237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5237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設計器，拖拉欄位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712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8712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商業版：PDF 文字可選取、字型嵌入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1868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186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2186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商業版：PDF 加密 / 數位簽章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66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566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Royalty Free，不收終端費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319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9319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OpenSource PDF = 圖片化（大檔、不可選文字）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279392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793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42793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商業版需授權費，按開發者計費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1024128"/>
            <a:ext cx="406908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0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ActiveReports（MESCIUS）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功能最完整的 .NET 商業報表套件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1828800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82880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18288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完整支援（最新 v20.1）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37760" y="2176272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1762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2176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+ Web 設計器雙支援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937760" y="2523744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25237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25237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文字可選取、字型嵌入正常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937760" y="2871216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8712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28712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License 支援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937760" y="321868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2186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57800" y="32186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Royalty Free 部署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937760" y="3566160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3566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57800" y="3566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官方中文支援（繁中、簡中、日文）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937760" y="3931920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39319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57800" y="39319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起價 $885/開發者（年訂閱或買斷）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937760" y="4279392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2793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57800" y="42793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Server 需額外 Pipeline License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FastReport.OpenSource — PDF 匯出限制詳細說明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為何開源版 PDF 不適合企業表單正式使用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FDEDE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核心問題：PdfSimple 將每一頁報表轉成「圖片」後合併為 PDF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文字無法選取複製、搜尋，且檔案非常大，不符合企業表單長期存檔需求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38528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16459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功能項目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OpenSource（免費）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商業版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匯出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需額外 Plugin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內建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須安裝 PdfSimple 套件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文字可選取 / 複製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不支援（圖片）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【高】表單資料需複製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檔案大小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非常大（圖片）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【高】長期存檔空間成本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加密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中：機密表單需求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數位簽章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中：法務合規需求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字型嵌入（Font Embed）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【高】中文字型顯示正確性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PDF/A 存檔標準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【低】一般企業非必要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選型決策與建議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FormFlow 企業無紙化表單 PDF 匯出最終結論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需求：PDF 文字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可選取複製？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627632"/>
            <a:ext cx="29260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4813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必要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限制：能否在伺服器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Chromium？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627632"/>
            <a:ext cx="29260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14813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可以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11430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預算：是否有採購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商業套件預算？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2148840"/>
            <a:ext cx="0" cy="3200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42032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334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最終選型 ]  PuppeteerSharp + Razor Template  —  免費 / 完整 PDF / .NET 8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文字可選取 ・ 中文支援佳 ・ 無授權費 ・ HTML/CSS 輕鬆還原紙本格式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67328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備選 A：FastReport 商業版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有預算 + 需要視覺化報表設計器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開源版先驗證，功能確認後升級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67328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備選 B：ActiveReports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有預算 + 需要官廠長期支援保障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起價 $885/開發者，功能最完整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FormFlow PDF 報表工具選型分析</dc:title>
  <dc:subject>PptxGenJS Presentation</dc:subject>
  <dc:creator>PptxGenJS</dc:creator>
  <cp:lastModifiedBy>PptxGenJS</cp:lastModifiedBy>
  <cp:revision>1</cp:revision>
  <dcterms:created xsi:type="dcterms:W3CDTF">2026-06-25T13:51:23Z</dcterms:created>
  <dcterms:modified xsi:type="dcterms:W3CDTF">2026-06-25T13:51:23Z</dcterms:modified>
</cp:coreProperties>
</file>